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58" r:id="rId3"/>
    <p:sldId id="259" r:id="rId4"/>
    <p:sldId id="277" r:id="rId5"/>
    <p:sldId id="275" r:id="rId6"/>
    <p:sldId id="257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6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6F875-68FA-43CE-B0FC-A200BB465E77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34BB9-9F97-46A6-B243-E1438402A3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972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6F875-68FA-43CE-B0FC-A200BB465E77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34BB9-9F97-46A6-B243-E1438402A3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964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6F875-68FA-43CE-B0FC-A200BB465E77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34BB9-9F97-46A6-B243-E1438402A3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6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6F875-68FA-43CE-B0FC-A200BB465E77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34BB9-9F97-46A6-B243-E1438402A3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315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6F875-68FA-43CE-B0FC-A200BB465E77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34BB9-9F97-46A6-B243-E1438402A3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219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6F875-68FA-43CE-B0FC-A200BB465E77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34BB9-9F97-46A6-B243-E1438402A3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95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6F875-68FA-43CE-B0FC-A200BB465E77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34BB9-9F97-46A6-B243-E1438402A3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38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6F875-68FA-43CE-B0FC-A200BB465E77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34BB9-9F97-46A6-B243-E1438402A3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281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6F875-68FA-43CE-B0FC-A200BB465E77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34BB9-9F97-46A6-B243-E1438402A3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240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6F875-68FA-43CE-B0FC-A200BB465E77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34BB9-9F97-46A6-B243-E1438402A3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11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6F875-68FA-43CE-B0FC-A200BB465E77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34BB9-9F97-46A6-B243-E1438402A3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842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B6F875-68FA-43CE-B0FC-A200BB465E77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134BB9-9F97-46A6-B243-E1438402A3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836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4629785" y="-10160"/>
            <a:ext cx="2932430" cy="6878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3317" y="457200"/>
            <a:ext cx="3066585" cy="147732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INI DATA MENTAH YANG DITARIK DARI SHOPEE KEMUDIAN SAYA DESIGN ARISITEKTUR DATABASED SEPERTI DI SLIDE BERIKUT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569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554" y="204226"/>
            <a:ext cx="10793331" cy="6382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925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5" y="190048"/>
            <a:ext cx="12146070" cy="647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851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8" y="-229111"/>
            <a:ext cx="12165123" cy="731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185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757" y="961680"/>
            <a:ext cx="8678486" cy="493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710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26" y="1070516"/>
            <a:ext cx="12049020" cy="488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217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73" y="914049"/>
            <a:ext cx="10805532" cy="502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990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176" y="680654"/>
            <a:ext cx="10545647" cy="54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591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16</Words>
  <Application>Microsoft Office PowerPoint</Application>
  <PresentationFormat>Widescreen</PresentationFormat>
  <Paragraphs>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3</cp:revision>
  <dcterms:created xsi:type="dcterms:W3CDTF">2026-08-15T01:21:43Z</dcterms:created>
  <dcterms:modified xsi:type="dcterms:W3CDTF">2026-08-15T01:46:19Z</dcterms:modified>
</cp:coreProperties>
</file>